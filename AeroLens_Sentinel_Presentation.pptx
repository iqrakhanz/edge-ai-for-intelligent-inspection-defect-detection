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7772400" cy="438912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7498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3B82F6"/>
                </a:solidFill>
              </a:rPr>
              <a:t>🛩  AeroLens 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Edge AI for Intelligent Inspection &amp; Defect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Autonomous Edge-Vision Defect Triangulation System
Dual Handheld / Drone MRO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C55E"/>
                </a:solidFill>
              </a:rPr>
              <a:t>0.995  mAP50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931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</a:rPr>
              <a:t>4  Defect Classes Detected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</a:rPr>
              <a:t>100% Offline Capable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188720"/>
            <a:ext cx="3383280" cy="438912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0" y="1417320"/>
            <a:ext cx="301752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41732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YOLOv8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947672"/>
            <a:ext cx="3017520" cy="4023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947672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ONNX 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2478024"/>
            <a:ext cx="301752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2478024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3008376"/>
            <a:ext cx="3017520" cy="4023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3008376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OpenCV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3538728"/>
            <a:ext cx="3017520" cy="40233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3538728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4069080"/>
            <a:ext cx="301752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406908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599431"/>
            <a:ext cx="3017520" cy="4023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4599431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Render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6309360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B82F6"/>
                </a:solidFill>
              </a:rPr>
              <a:t>🌐  https://edge-ai-for-intelligent-inspection-kxuh.onrender.com/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0467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B82F6"/>
                </a:solidFill>
              </a:rPr>
              <a:t>The Hidden Cost of Manual Aircraft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CBD5E1"/>
                </a:solidFill>
              </a:rPr>
              <a:t>⚠  Manual visual inspection takes 12–48 hours per aircraft with multiple technicians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BD5E1"/>
                </a:solidFill>
              </a:rPr>
              <a:t>⚠  Human fatigue causes missed critical defects — posing direct aviation safety risks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BD5E1"/>
                </a:solidFill>
              </a:rPr>
              <a:t>⚠  Grounded aircraft cost airlines ~$150,000/hour in lost revenue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BD5E1"/>
                </a:solidFill>
              </a:rPr>
              <a:t>⚠  Inspections cannot scale to meet the world's growing fleet of 26,000+ commercial aircraft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BD5E1"/>
                </a:solidFill>
              </a:rPr>
              <a:t>⚠  Traditional AI solutions require internet connectivity — unusable in offline hangars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BD5E1"/>
                </a:solidFill>
              </a:rPr>
              <a:t>⚠  No standardized digital logging of defects — leads to lost MRO paperwork and compliance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5303520"/>
            <a:ext cx="5029200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53492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$150,000 / 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5897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Cost of an aircraft grounded due to missed inspection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Our Solution: AeroLens 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0467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B82F6"/>
                </a:solidFill>
              </a:rPr>
              <a:t>AI-Powered Edge Inspection — No Cloud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760720" cy="146304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73152" cy="1463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2704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🤖  Deep Learning Hybrid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947672"/>
            <a:ext cx="5440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YOLOv8 + OpenCV heuristics pooled with NMS for maximum defect recall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417320"/>
            <a:ext cx="5760720" cy="146304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73152" cy="1463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52704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⚡  Edge-Native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1947672"/>
            <a:ext cx="5440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Runs entirely on-device (Jetson Nano / CPU) — zero internet dependency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5760720" cy="146304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73152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21868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📊  Severity Triangulation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639312"/>
            <a:ext cx="5440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Multi-factor scoring: Confidence × Zone Criticality × Defect Area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108960"/>
            <a:ext cx="5760720" cy="146304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108960"/>
            <a:ext cx="73152" cy="1463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321868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📋  Auto MRO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639312"/>
            <a:ext cx="5440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Generates downloadable PDF report with annotated scan images per defect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800600"/>
            <a:ext cx="5760720" cy="146304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800600"/>
            <a:ext cx="73152" cy="14630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9103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4748B"/>
                </a:solidFill>
              </a:rPr>
              <a:t>💾  SQLite Telemetry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5330952"/>
            <a:ext cx="5440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Local database stores all scan records with full history and session grouping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0467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B82F6"/>
                </a:solidFill>
              </a:rPr>
              <a:t>Hybrid Dual-Engine Inference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9436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594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898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Dataset &amp;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5564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Custom annotated aerospace defect dataset • YOLOv8-nano backbone • 30 epochs • 0.995 mAP50 • Exported to ONNX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31720"/>
            <a:ext cx="594360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31720"/>
            <a:ext cx="594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500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Parallel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1576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YOLOv8 ONNX Runtime detects learned structural defect patterns simultaneously with OpenCV adaptive contrast segmentation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91840"/>
            <a:ext cx="594360" cy="777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291840"/>
            <a:ext cx="594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101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NMS 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7588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All detections pooled → Non-Maximum Suppression filters duplicates → best bounding boxes retained per defect region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51960"/>
            <a:ext cx="59436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251960"/>
            <a:ext cx="594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702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Severity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3600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Score = Confidence × Zone_Criticality × Relative_Area → mapped to IMMEDIATE GROUND / SCHEDULED REPAIR / MONITOR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212080"/>
            <a:ext cx="59436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212080"/>
            <a:ext cx="594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303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Report &amp;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9612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Results saved to SQLite DB + annotated JPEG saved → compiled into downloadable MRO HTML/PDF report with embedded images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0467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B82F6"/>
                </a:solidFill>
              </a:rPr>
              <a:t>End-to-End Defect Inspection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30000" cy="77724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64592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34440"/>
            <a:ext cx="16093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📥 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399032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Image Upload (JPG/PNG) via MRO Dashboard — Supports High-Res Edge Pre-processing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391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11430000" cy="77724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645920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240280"/>
            <a:ext cx="16093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🧠 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404872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YOLOv8 ONNX Engine  ➕  OpenCV Heuristic NMS Fusion 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044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46120"/>
            <a:ext cx="11430000" cy="77724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46120"/>
            <a:ext cx="164592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246120"/>
            <a:ext cx="16093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📐 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410712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Severity Triangulation Engine — Zone Criticality × Confidence × Area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0507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51960"/>
            <a:ext cx="11430000" cy="77724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251960"/>
            <a:ext cx="1645920" cy="7772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4251960"/>
            <a:ext cx="16093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💾 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416552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SQLite Telemetry DB  +  Annotated JPEG Archive (Per Session)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0566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257800"/>
            <a:ext cx="11430000" cy="77724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257800"/>
            <a:ext cx="1645920" cy="777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5257800"/>
            <a:ext cx="16093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📋 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422392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Live Dashboard Visualizer  +  Downloadable MRO PDF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Dashboard — MRO Technician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0467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B82F6"/>
                </a:solidFill>
              </a:rPr>
              <a:t>Secure login • Offline-capable • Real-time 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486400" cy="521208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669280" cy="521208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B82F6"/>
                </a:solidFill>
              </a:rPr>
              <a:t>🔐  Secure Login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CBD5E1"/>
                </a:solidFill>
              </a:rPr>
              <a:t>▶  MRO Terminal Authorization Screen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BD5E1"/>
                </a:solidFill>
              </a:rPr>
              <a:t>▶  Demo credentials displayed on screen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BD5E1"/>
                </a:solidFill>
              </a:rPr>
              <a:t>▶  Username: admin / Password: admin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BD5E1"/>
                </a:solidFill>
              </a:rPr>
              <a:t>▶  Session persists for full inspection workflow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BD5E1"/>
                </a:solidFill>
              </a:rPr>
              <a:t>▶  Dark-themed UI optimized for hangar low-light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B6D4"/>
                </a:solidFill>
              </a:rPr>
              <a:t>📡  Inspection Input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CBD5E1"/>
                </a:solidFill>
              </a:rPr>
              <a:t>▶  Aircraft Tail ID configuration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BD5E1"/>
                </a:solidFill>
              </a:rPr>
              <a:t>▶  Zone selector with criticality multiplier display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BD5E1"/>
                </a:solidFill>
              </a:rPr>
              <a:t>▶  Drag &amp; drop high-res image upload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BD5E1"/>
                </a:solidFill>
              </a:rPr>
              <a:t>▶  Real-time Edge Visualizer Overlay canvas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BD5E1"/>
                </a:solidFill>
              </a:rPr>
              <a:t>▶  Hardware Acceleration Diagnostics panel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BD5E1"/>
                </a:solidFill>
              </a:rPr>
              <a:t>▶  Jetson Nano node connectivity status indicator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B82F6"/>
                </a:solidFill>
              </a:rPr>
              <a:t>🌐  https://edge-ai-for-intelligent-inspection-kxuh.onrender.com/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Defect Detection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0467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B82F6"/>
                </a:solidFill>
              </a:rPr>
              <a:t>YOLOv8 ONNX + OpenCV Heuristics — NMS Fused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61872"/>
            <a:ext cx="5486400" cy="521208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🎯  Live Inference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CBD5E1"/>
                </a:solidFill>
              </a:rPr>
              <a:t>▶  Bounding boxes drawn with color-coded urgency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BD5E1"/>
                </a:solidFill>
              </a:rPr>
              <a:t>▶  GREEN = Monitor | ORANGE = Scheduled Repair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BD5E1"/>
                </a:solidFill>
              </a:rPr>
              <a:t>▶  RED = Immediate Ground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BD5E1"/>
                </a:solidFill>
              </a:rPr>
              <a:t>▶  Confidence % and Severity Score per detection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BD5E1"/>
                </a:solidFill>
              </a:rPr>
              <a:t>▶  Defect class label: CRACK / CORROSION / DENT / PAINT_PEEL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BD5E1"/>
                </a:solidFill>
              </a:rPr>
              <a:t>▶  Multiple detections per frame supported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BD5E1"/>
                </a:solidFill>
              </a:rPr>
              <a:t>▶  Session counter updates in real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61872"/>
            <a:ext cx="5669280" cy="521208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📈  Model 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965960"/>
            <a:ext cx="1691640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9339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0.995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3347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mAP50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965960"/>
            <a:ext cx="169164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9339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3347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Epochs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04120" y="1965960"/>
            <a:ext cx="1691640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20" y="199339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263347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Defect Classes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46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BD5E1"/>
                </a:solidFill>
              </a:rPr>
              <a:t>Defect Classes: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0332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🔴 CRACK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70332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🟠 CORROSION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9768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🟡 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29768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🟢 PAINT PEEL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Telemetry &amp; Inspection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0467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B82F6"/>
                </a:solidFill>
              </a:rPr>
              <a:t>SQLite Local Database — Full Session Archiving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80160"/>
            <a:ext cx="11750040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258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Timestamp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3258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Aircraft 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3258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325880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Defect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32588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Severity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3258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Urgency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132588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783080"/>
            <a:ext cx="11750040" cy="493776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856231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2026-07-05 17:41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856231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AERO-DEV-01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856231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Wing Spar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856231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856231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98%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856231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0.543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85623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SCHEDULED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1856231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313432"/>
            <a:ext cx="11750040" cy="493776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3865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2026-07-05 17:41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238658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AERO-DEV-01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238658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Wing Spar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386584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CRACK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386584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97%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38658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0.427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38658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SCHEDULED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23865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2843784"/>
            <a:ext cx="11750040" cy="493776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291693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2026-07-05 17:41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291693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AERO-DEV-01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91693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Wing Spar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2916936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CRACK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2916936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90%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29169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0.319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9169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MONITOR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29169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3657600"/>
            <a:ext cx="11430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CBD5E1"/>
                </a:solidFill>
              </a:rPr>
              <a:t>▶  📌  Session separators visually distinguish each new image upload batch in the history log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CBD5E1"/>
                </a:solidFill>
              </a:rPr>
              <a:t>▶  📥  Per-row View and Download buttons for annotated defect images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CBD5E1"/>
                </a:solidFill>
              </a:rPr>
              <a:t>▶  🗃️  SQLite database stores unlimited scan records per aircraft tail number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CBD5E1"/>
                </a:solidFill>
              </a:rPr>
              <a:t>▶  📊  Scans with no defects are still logged with CLEAR status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MRO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0467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B82F6"/>
                </a:solidFill>
              </a:rPr>
              <a:t>Automated Downloadable PDF with Annotated Scan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61872"/>
            <a:ext cx="5486400" cy="521208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📋  Report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50">
                <a:solidFill>
                  <a:srgbClr val="CBD5E1"/>
                </a:solidFill>
              </a:rPr>
              <a:t>▶  Aircraft Tail ID &amp; Technician ID header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CBD5E1"/>
                </a:solidFill>
              </a:rPr>
              <a:t>▶  Report generation timestamp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CBD5E1"/>
                </a:solidFill>
              </a:rPr>
              <a:t>▶  Urgency Priority Band summary cards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CBD5E1"/>
                </a:solidFill>
              </a:rPr>
              <a:t>▶  Full detected anomaly table with: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CBD5E1"/>
                </a:solidFill>
              </a:rPr>
              <a:t>▶     • Timestamp  • Zone Location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CBD5E1"/>
                </a:solidFill>
              </a:rPr>
              <a:t>▶     • Defect Class  • Confidence %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CBD5E1"/>
                </a:solidFill>
              </a:rPr>
              <a:t>▶     • Severity Score  • Urgency Band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CBD5E1"/>
                </a:solidFill>
              </a:rPr>
              <a:t>▶     • Embedded Annotated Scan Image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CBD5E1"/>
                </a:solidFill>
              </a:rPr>
              <a:t>▶  Auto-triggers browser print/save dialog on open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CBD5E1"/>
                </a:solidFill>
              </a:rPr>
              <a:t>▶  Confidentiality footer — MRO proprietary record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61872"/>
            <a:ext cx="5669280" cy="521208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🚦  Priority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65960"/>
            <a:ext cx="5349240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79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IMMEDIATE GROUND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383280"/>
            <a:ext cx="5349240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4290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0332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SCHEDULED REPAIR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800600"/>
            <a:ext cx="5349240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84632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12064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MONITOR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Deployment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0467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B82F6"/>
                </a:solidFill>
              </a:rPr>
              <a:t>Dockerized FastAPI — Render Cloud &amp; Edge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760720" cy="242316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760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35607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🐳  Docker Container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92024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python:3.10-slim base image
Installs only onnxruntime + FastAPI
~150MB RAM footprint
No GPU 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760720" cy="242316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57607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1435607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☁️  Render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192024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Free tier deployment
Auto-deploy from GitHub main
Public HTTPS URL
Zero DevOps maintenance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31920"/>
            <a:ext cx="5760720" cy="242316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5760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404164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🖥️  Edge Hardware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452628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NVIDIA Jetson Nano
or Standard CPU Server
Full offline capability
Hangar / airstrip deployable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931920"/>
            <a:ext cx="5760720" cy="242316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931920"/>
            <a:ext cx="5760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404164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📦  Requirements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452628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requirements.txt → Cloud
(lightweight: onnxruntime)
requirements-dev.txt → Local
(full: PyTorch + Ultralytics)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Impact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0467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B82F6"/>
                </a:solidFill>
              </a:rPr>
              <a:t>Measurable Improvement Over Manual Inspection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651760" cy="123444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4475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2C55E"/>
                </a:solidFill>
              </a:rPr>
              <a:t>0.995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031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mAP50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371600"/>
            <a:ext cx="2651760" cy="123444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44475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B82F6"/>
                </a:solidFill>
              </a:rPr>
              <a:t>~150ms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1031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Inference Latency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2651760" cy="123444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44475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6B6D4"/>
                </a:solidFill>
              </a:rPr>
              <a:t>75%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031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RAM Reduction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371600"/>
            <a:ext cx="2651760" cy="123444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44475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1031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Offline Capable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834640"/>
            <a:ext cx="11430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CBD5E1"/>
                </a:solidFill>
              </a:rPr>
              <a:t>✅  Reduces manual aircraft inspection time from 12–48 hours to near real-time defect flagging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CBD5E1"/>
                </a:solidFill>
              </a:rPr>
              <a:t>✅  Eliminates human error as the primary cause of missed critical structural anomalies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CBD5E1"/>
                </a:solidFill>
              </a:rPr>
              <a:t>✅  Generates digital MRO records instantly — eliminates paper-based compliance gaps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CBD5E1"/>
                </a:solidFill>
              </a:rPr>
              <a:t>✅  Deployable on $99 Jetson Nano hardware — no expensive proprietary inspection equipment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CBD5E1"/>
                </a:solidFill>
              </a:rPr>
              <a:t>✅  Works in any environment — no hangar Wi-Fi or cellular connectivity required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CBD5E1"/>
                </a:solidFill>
              </a:rPr>
              <a:t>✅  Scales to an unlimited number of aircraft tail IDs and inspection zones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Future Roadmap &amp;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0467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B82F6"/>
                </a:solidFill>
              </a:rPr>
              <a:t>AeroLens Sentinel — Next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CBD5E1"/>
                </a:solidFill>
              </a:rPr>
              <a:t>▶  🚁  Drone integration for autonomous flight-path surface scanning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CBD5E1"/>
                </a:solidFill>
              </a:rPr>
              <a:t>▶  🔢  Multi-aircraft fleet management dashboard with tail-ID routing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CBD5E1"/>
                </a:solidFill>
              </a:rPr>
              <a:t>▶  📡  Satellite sync mode — batch upload when connectivity is restored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CBD5E1"/>
                </a:solidFill>
              </a:rPr>
              <a:t>▶  🧬  Federated learning — fleet-wide model improvement without sharing raw data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CBD5E1"/>
                </a:solidFill>
              </a:rPr>
              <a:t>▶  🎯  Expand defect classes to include fastener anomalies and composite delamination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CBD5E1"/>
                </a:solidFill>
              </a:rPr>
              <a:t>▶  📱  Mobile companion app for handheld inspection tablets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10332720" cy="150876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5029200"/>
            <a:ext cx="103327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2064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71500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</a:rPr>
              <a:t>🌐  https://edge-ai-for-intelligent-inspection-kxuh.onrender.com/   |   📂  GitHub: IqraKhanZ/Edge-AI-for-Intelligent-Inspection-Defect-Detection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